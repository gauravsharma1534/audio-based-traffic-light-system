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Based Traffic Light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Visually Impaired Pedestrians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4444AA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CSE (Big Data Analytics)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University, Mohali  |  2024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NumPy  ·  Sensor Logic  ·  Audio Processing  ·  Threading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7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github.com/GauravSharma1534/Audio-Based-Traffic-Light-System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274320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8229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(WHO, 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Traffic lights give zero information to visually impaired people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39903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Crossing roads is one of the most dangerous daily tasks for them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0208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audio alternative available at most intersections in India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426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Existing APS systems require expensive city-wide infrastructure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need something simple, affordable, and easy to install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What's Missing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118872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Braille curbs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tactile guidance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only at some crossings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777240"/>
            <a:ext cx="1920240" cy="1188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822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Systems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3472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audio signals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33472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very expensive ($15k+/unit)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18304" y="777240"/>
            <a:ext cx="1920240" cy="118872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822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assistance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well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9744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always available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94576" y="777240"/>
            <a:ext cx="1920240" cy="1188720"/>
          </a:xfrm>
          <a:prstGeom prst="rect">
            <a:avLst/>
          </a:prstGeom>
          <a:solidFill>
            <a:srgbClr val="6A2D4F"/>
          </a:solidFill>
          <a:ln w="12700">
            <a:solidFill>
              <a:srgbClr val="6A2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822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86016" y="24231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needs internet + GPS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0C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Sensor-triggered audio alerts using proximity sensors + speaker on Raspberry Pi.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(~₹1500 per crossing), no internet needed, works 24/7.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idea in one line: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is at the crossing → play a sound based on signal color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828800" cy="109728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06040" y="2103120"/>
            <a:ext cx="1828800" cy="10972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2103120"/>
            <a:ext cx="1828800" cy="109728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signal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03720" y="2103120"/>
            <a:ext cx="1828800" cy="1097280"/>
          </a:xfrm>
          <a:prstGeom prst="rect">
            <a:avLst/>
          </a:prstGeom>
          <a:solidFill>
            <a:srgbClr val="6A2D4F"/>
          </a:solidFill>
          <a:ln w="12700">
            <a:solidFill>
              <a:srgbClr val="6A2D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1488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audio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1737360" cy="4297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2900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35021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Hz - fast beeping (4 times)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5021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cross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1737360" cy="429768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0050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Hz - medium beeps (2 times)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005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about to change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1737360" cy="4297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34840"/>
            <a:ext cx="17373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signal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4507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Hz - slow beeping (2 times)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450799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cross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828800" cy="100584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18288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63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1828800" cy="100584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4630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(NumPy)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1371600" cy="1005840"/>
          </a:xfrm>
          <a:prstGeom prst="rect">
            <a:avLst/>
          </a:prstGeom>
          <a:solidFill>
            <a:srgbClr val="6A2D4F"/>
          </a:solidFill>
          <a:ln w="12700">
            <a:solidFill>
              <a:srgbClr val="6A2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4630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49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C0C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directions (North / South / East / West) run simultaneously using Python threading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32841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ProxSensor class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32841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pedestrian via GPIO or simulation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7588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TrafficSignal class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6758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RED→GREEN→YELLOW state machine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86784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2336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4023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sine wave tones using numpy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34256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708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Intersection class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43708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- spawns threads for each direction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8229600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7183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EventLogger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471830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all events to traffic_log.json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Proximity Sensor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sensor.py  —  detects pedestrian at crossing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ProxSensor: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direction):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self.direction = direction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read(self):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--- simulation (current mode) ---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= random.random()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8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 &gt; (1 - THRESHOLD)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1455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--- real raspberry pi GPIO ---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GPIO.output(TRIG, True)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time.sleep(0.00001)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80390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GPIO.output(TRIG, False)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... read ECHO pin 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2428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distance = (pulse_end - pulse_start) * 17150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6227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return distance &lt; 100   # within 1 meter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Simulation mode uses random values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075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mode uses GPIO on Raspberry 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6426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HC-SR04 ultrasonic sensor for distance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20954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Detects pedestrian if within 1 meter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7764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Threshold = 0.6 (adjustable in config)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Thread-safe with lock mechanism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Audio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audio_engine.py  —  generates beep sounds using numpy sine waves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7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FREQS = {'GREEN':880, 'YELLOW':550, 'RED':330}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make_tone(freq, dur, vol=0.5):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np.linspace(0, dur,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int(SAMPLE_RATE * dur), False)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2677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wave = vol * np.sin(2*np.pi*freq*t)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48716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8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wave.astype(np.float32)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7066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beep_sequence(freq, beep_dur, gap, n):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1455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beep    = make_tone(freq, beep_dur)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silence = np.zeros(int(SR*gap))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58444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8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np.concatenate([beep,silence]*n)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80390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real speaker output: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2428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sd.play(audio, SAMPLE_RATE)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6227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sd.wait()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logic: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0" y="1508760"/>
            <a:ext cx="310896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1536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17922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 Hz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15727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bright/positive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286000"/>
            <a:ext cx="3108960" cy="64008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3134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25694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 Hz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35000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tone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063240"/>
            <a:ext cx="310896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090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15000" y="33467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Hz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127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dull/warning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chose these by ear - they sound clearly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and feel intuitive (high=safe, low=danger)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Signal State Machine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signal transitions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914400"/>
            <a:ext cx="1645920" cy="109728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144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234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1645920" cy="1097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9144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234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914400"/>
            <a:ext cx="1645920" cy="1097280"/>
          </a:xfrm>
          <a:prstGeom prst="ellipse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9144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back to 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5029200" cy="2331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7919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next_state(self):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84378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nxt = {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0837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'GREEN' : 'YELLOW',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'YELLOW': 'RED',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'RED'   : 'GREEN'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0215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66674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self.state = nxt[self.state]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83133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self.cycles +=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99592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160520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78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run_loop(self, stop_flag):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32511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not stop_flag.is_set():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48970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self.sensor.read():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65429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play(self.state, self.direction)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81888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time.sleep(0.5)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0" y="3017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Sensor polled every 0.5 seconds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Audio plays on every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Crossings counted in GREEN state only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Wait times logged for analysis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5029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stop_flag allows clean shutdown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Multi-threading: 4 Directions at Once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920240" cy="64008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thread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435608"/>
            <a:ext cx="36576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371600"/>
            <a:ext cx="1645920" cy="1645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777240"/>
            <a:ext cx="1920240" cy="64008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777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thread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90672" y="1435608"/>
            <a:ext cx="36576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9192" y="1371600"/>
            <a:ext cx="1645920" cy="1645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777240"/>
            <a:ext cx="19202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777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thread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66944" y="1435608"/>
            <a:ext cx="36576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5464" y="1371600"/>
            <a:ext cx="1645920" cy="1645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94576" y="777240"/>
            <a:ext cx="192024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777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thread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43216" y="1435608"/>
            <a:ext cx="36576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1736" y="1371600"/>
            <a:ext cx="1645920" cy="1645920"/>
          </a:xfrm>
          <a:prstGeom prst="rect">
            <a:avLst/>
          </a:prstGeom>
          <a:solidFill>
            <a:srgbClr val="F8F8F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31736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5029200" cy="1828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2783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= {'North':'GREEN','South':'GREEN',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39242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'East':'RED', 'West':'RED'}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55701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372160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threads = []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sig in self.signals.values():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05079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76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threading.Thread(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215384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target=sig.run_loop,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379976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args=(self._stop,),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544568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daemon=True)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threads.append(t)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4873752"/>
            <a:ext cx="48463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t.start()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notes: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35661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North + South start GREEN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4041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East + West start RED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5171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(same as real intersection timing)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49926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stop_flag stops all threads cleanly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669280" y="546811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daemon=True = auto-stop on exit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Deployment (Raspberry Pi)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runs in simulation. To deploy on real hardware: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needed (one crossing):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02920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270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5270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controller, runs Python code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0" y="15270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396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sensor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1396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proximity sensor (×4)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21396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~₹80 each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502920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523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speaker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7523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 (3.5mm or USB)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0" y="275234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649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bank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3649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power supply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0" y="33649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50292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044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crossing:  ~₹5000  (vs ₹10 lakh+ for APS systems)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deploy: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0" y="1444752"/>
            <a:ext cx="320040" cy="3200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4813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GPIO code in sensor.py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130552"/>
            <a:ext cx="320040" cy="3200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130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1671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Uncomment sounddevice in audio_engine.py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816352"/>
            <a:ext cx="320040" cy="3200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852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pin numbers in config.py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502152"/>
            <a:ext cx="320040" cy="3200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502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35387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HC-SR04 to GPIO pins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0" y="4187952"/>
            <a:ext cx="320040" cy="32004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42245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python traffic_light_system.py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test_all.py runs 3 basic tests: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777240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1521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test_sensor()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63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15 reads, checks detection rate is between 0-100%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261872"/>
            <a:ext cx="82296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2618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77724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65960"/>
            <a:ext cx="109728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20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test_audio()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3 states generate valid float32 numpy arrays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2130552"/>
            <a:ext cx="82296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1305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777240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109728" cy="7498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89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test_config()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required config keys exist and are valid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999232"/>
            <a:ext cx="82296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299923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test_all.py     →     3/3 passed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are basic unit tests. Real world testing on actual hardware still pending.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Simulation Testing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 runs, 4 directions, ~15% pedestrian arrival rate per 0.5s poll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1920240" cy="1645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errors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pedestrians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051560"/>
            <a:ext cx="1920240" cy="1645920"/>
          </a:xfrm>
          <a:prstGeom prst="rect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&lt;500ms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to audio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1051560"/>
            <a:ext cx="1920240" cy="1645920"/>
          </a:xfrm>
          <a:prstGeom prst="rect">
            <a:avLst/>
          </a:prstGeom>
          <a:solidFill>
            <a:srgbClr val="6A2D4F"/>
          </a:solidFill>
          <a:ln w="12700">
            <a:solidFill>
              <a:srgbClr val="6A2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simulation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94576" y="1051560"/>
            <a:ext cx="1920240" cy="1645920"/>
          </a:xfrm>
          <a:prstGeom prst="rect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94576" y="1828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same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errors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29626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baseline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 (85% drop)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awareness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465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(visual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alert triggered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handled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at a time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simultaneously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71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4471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52160" y="4471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500ms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Challenges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8229600" cy="713232"/>
          </a:xfrm>
          <a:prstGeom prst="rect">
            <a:avLst/>
          </a:prstGeom>
          <a:solidFill>
            <a:srgbClr val="FFF8F8"/>
          </a:solidFill>
          <a:ln w="6350">
            <a:solidFill>
              <a:srgbClr val="EE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749808"/>
            <a:ext cx="91440" cy="71323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80467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 so far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10698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85% result is from simulation, not real hardware. Real world numbers could be different depending on sensor accuracy, speaker volume, background noise etc.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91056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E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91056"/>
            <a:ext cx="91440" cy="71323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6459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9110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noisy road environment the audio signal might be hard to hear. Volume levels need to be calibrated for outdoor use.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713232"/>
          </a:xfrm>
          <a:prstGeom prst="rect">
            <a:avLst/>
          </a:prstGeom>
          <a:solidFill>
            <a:srgbClr val="FFF8F8"/>
          </a:solidFill>
          <a:ln w="6350">
            <a:solidFill>
              <a:srgbClr val="EE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32304"/>
            <a:ext cx="91440" cy="71323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4871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range issues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75234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has a ~2-4 meter range. At busy crossings multiple people might be detected at once and it could trigger too many times.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2296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E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91440" cy="71323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world testing yet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593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tested in simulation. Need to actually build it on Raspberry Pi and test at a real crossing to validate.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713232"/>
          </a:xfrm>
          <a:prstGeom prst="rect">
            <a:avLst/>
          </a:prstGeom>
          <a:solidFill>
            <a:srgbClr val="FFF8F8"/>
          </a:solidFill>
          <a:ln w="6350">
            <a:solidFill>
              <a:srgbClr val="EE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114800"/>
            <a:ext cx="91440" cy="713232"/>
          </a:xfrm>
          <a:prstGeom prst="rect">
            <a:avLst/>
          </a:prstGeom>
          <a:solidFill>
            <a:srgbClr val="AA3333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1696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4348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be connected to power at the intersection, or run on a large battery. Haven't figured out the best solution yet.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Plan to Do Next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  |  23BDA70050  |  github.com/GauravSharma1534/Audio-Based-Traffic-Light-System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694944"/>
          </a:xfrm>
          <a:prstGeom prst="rect">
            <a:avLst/>
          </a:prstGeom>
          <a:solidFill>
            <a:srgbClr val="F8F8FF"/>
          </a:solidFill>
          <a:ln w="6350">
            <a:solidFill>
              <a:srgbClr val="C0C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14400"/>
            <a:ext cx="411480" cy="411480"/>
          </a:xfrm>
          <a:prstGeom prst="ellipse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 deployment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1247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build it on Raspberry Pi with HC-SR04 sensors and test at a real crossing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8229600" cy="694944"/>
          </a:xfrm>
          <a:prstGeom prst="rect">
            <a:avLst/>
          </a:prstGeom>
          <a:solidFill>
            <a:srgbClr val="F8F8FF"/>
          </a:solidFill>
          <a:ln w="6350">
            <a:solidFill>
              <a:srgbClr val="C0C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746504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46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16733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announcements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19568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text-to-speech instead of just beeps  -  'North crossing is open, please walk'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8229600" cy="694944"/>
          </a:xfrm>
          <a:prstGeom prst="rect">
            <a:avLst/>
          </a:prstGeom>
          <a:solidFill>
            <a:srgbClr val="F8F8FF"/>
          </a:solidFill>
          <a:ln w="6350">
            <a:solidFill>
              <a:srgbClr val="C0C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78608"/>
            <a:ext cx="411480" cy="411480"/>
          </a:xfrm>
          <a:prstGeom prst="ellipse">
            <a:avLst/>
          </a:prstGeom>
          <a:solidFill>
            <a:srgbClr val="7B4F00"/>
          </a:solidFill>
          <a:ln w="12700">
            <a:solidFill>
              <a:srgbClr val="7B4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786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50545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feedback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788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with haptic motor for people who are both visually and hearing impaired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8229600" cy="694944"/>
          </a:xfrm>
          <a:prstGeom prst="rect">
            <a:avLst/>
          </a:prstGeom>
          <a:solidFill>
            <a:srgbClr val="F8F8FF"/>
          </a:solidFill>
          <a:ln w="6350">
            <a:solidFill>
              <a:srgbClr val="C0C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410712"/>
            <a:ext cx="411480" cy="411480"/>
          </a:xfrm>
          <a:prstGeom prst="ellipse">
            <a:avLst/>
          </a:prstGeom>
          <a:solidFill>
            <a:srgbClr val="6A2D4F"/>
          </a:solidFill>
          <a:ln w="12700">
            <a:solidFill>
              <a:srgbClr val="6A2D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companion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6210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app that shows crossing status and gives audio instructions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05656"/>
            <a:ext cx="8229600" cy="694944"/>
          </a:xfrm>
          <a:prstGeom prst="rect">
            <a:avLst/>
          </a:prstGeom>
          <a:solidFill>
            <a:srgbClr val="F8F8FF"/>
          </a:solidFill>
          <a:ln w="6350">
            <a:solidFill>
              <a:srgbClr val="C0C8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242816"/>
            <a:ext cx="411480" cy="411480"/>
          </a:xfrm>
          <a:prstGeom prst="ellipse">
            <a:avLst/>
          </a:prstGeom>
          <a:solidFill>
            <a:srgbClr val="2D5986"/>
          </a:solidFill>
          <a:ln w="12700">
            <a:solidFill>
              <a:srgbClr val="2D59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416966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4531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city traffic signal API for adaptive timing based on actual traffic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926080" y="1600200"/>
            <a:ext cx="3291840" cy="36576"/>
          </a:xfrm>
          <a:prstGeom prst="rect">
            <a:avLst/>
          </a:prstGeom>
          <a:solidFill>
            <a:srgbClr val="4444AA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Gaurav Sharma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23BDA70050  |  B.E. CSE (Big Data Analytics)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University, Mohali  |  2024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77724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8346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7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github.com/GauravSharma1534/Audio-Based-Traffic-Light-System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feedback and suggestions!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80160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42432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4251960"/>
            <a:ext cx="960120" cy="32004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25196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2026-05-29T02:48:25Z</dcterms:created>
  <dcterms:modified xsi:type="dcterms:W3CDTF">2026-05-29T02:48:25Z</dcterms:modified>
</cp:coreProperties>
</file>